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F0F12564-39C5-48AF-8619-279E66EDD251}">
          <p14:sldIdLst>
            <p14:sldId id="256"/>
            <p14:sldId id="257"/>
            <p14:sldId id="258"/>
            <p14:sldId id="259"/>
            <p14:sldId id="260"/>
          </p14:sldIdLst>
        </p14:section>
        <p14:section name="Track 1" id="{36614270-8D9D-4A04-B030-25B8D08768D2}">
          <p14:sldIdLst>
            <p14:sldId id="261"/>
            <p14:sldId id="262"/>
            <p14:sldId id="263"/>
            <p14:sldId id="264"/>
            <p14:sldId id="265"/>
          </p14:sldIdLst>
        </p14:section>
        <p14:section name="Track 2" id="{F0A0241F-90C1-46C2-9E06-C62277F55D53}">
          <p14:sldIdLst>
            <p14:sldId id="266"/>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488168" y="429768"/>
            <a:ext cx="1243584"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561320" y="502920"/>
            <a:ext cx="1097280" cy="1097280"/>
          </a:xfrm>
          <a:prstGeom prst="rect">
            <a:avLst/>
          </a:prstGeom>
        </p:spPr>
      </p:pic>
      <p:sp>
        <p:nvSpPr>
          <p:cNvPr id="9" name="TextBox 8"/>
          <p:cNvSpPr txBox="1"/>
          <p:nvPr/>
        </p:nvSpPr>
        <p:spPr>
          <a:xfrm>
            <a:off x="9098280" y="548640"/>
            <a:ext cx="137160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9098280" y="822960"/>
            <a:ext cx="137160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ROOM 1</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ROOM 2</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&amp; networking</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Kernel Wars: Anti-Cheat Reversing, BYOVD &amp; Mitigations</a:t>
            </a:r>
          </a:p>
          <a:p>
            <a:pPr algn="l"/>
            <a:r>
              <a:rPr sz="900">
                <a:solidFill>
                  <a:srgbClr val="8888A0"/>
                </a:solidFill>
                <a:latin typeface="JetBrains Mono"/>
              </a:rPr>
              <a:t>Ravshan Rikhsiev</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Sooki-Toth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 &amp; Yuvaraj Govindarajulu</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Nebula — 5 years, still kicking *aaS</a:t>
            </a:r>
          </a:p>
          <a:p>
            <a:pPr algn="l"/>
            <a:r>
              <a:rPr sz="900">
                <a:solidFill>
                  <a:srgbClr val="8888A0"/>
                </a:solidFill>
                <a:latin typeface="JetBrains Mono"/>
              </a:rPr>
              <a:t>Bleon Proko</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OT Threat Analyst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at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Elastic, Principal Security Architect, Security Evangelist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Vice President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Aarhus University, Master's Student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Bleon Proko</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Cloud Security Researcher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Bleon is a Senior Security Researcher at Exaforce, passionate about Infrastructure Penetration Testing and Security across Active Directory, Cloud (AWS, Azure, GCP, Digital Ocean) and hybrid infrastructures, as well as defense, detection, and threat hunting. He has presented Cloud Penetration Testing and Security topics at conferences including Black Hat USA, Europe and Sector, DEF CON, SANS Pentest Hackfest Hollywood and Amsterdam, and several BSides events in the US and Europe.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linkedin.com/in/bleon-p-9b2734143  ·  blog.pepperclipp.com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Yuvaraj Govindarajulu</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AVP - Product Engineering &amp; Head of Research at Protectt.ai</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Yuvaraj Govindarajulu is a technical leader with over a decade of experience in AI, Cybersecurity and Embedded Systems R&amp;D. He is the AVP - Product Engineering &amp; Head of Research at Protectt.ai. He is the co-lead of the OWASP AI Bill of Materials Project and the Co-Author, Workstream lead (Harmonization) at the OWASP AI Exchange. With over 22+ International patents filed, his key areas of focus include AI Red Teaming, GenAI Guardrails, Ransomware Attacks on AI and AI supply chain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linkedin.com/in/yuvaraj-govindarajulu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