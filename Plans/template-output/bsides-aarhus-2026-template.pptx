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1EB5D2B3-2B03-4757-9172-59047DFE093B}">
          <p14:sldIdLst>
            <p14:sldId id="256"/>
            <p14:sldId id="257"/>
            <p14:sldId id="258"/>
            <p14:sldId id="259"/>
            <p14:sldId id="260"/>
          </p14:sldIdLst>
        </p14:section>
        <p14:section name="Track 1" id="{986B03BF-3781-4AD9-ABA4-A357E1F944A8}">
          <p14:sldIdLst>
            <p14:sldId id="261"/>
            <p14:sldId id="262"/>
            <p14:sldId id="263"/>
            <p14:sldId id="264"/>
            <p14:sldId id="265"/>
          </p14:sldIdLst>
        </p14:section>
        <p14:section name="Track 2" id="{520966B5-C5D1-46E8-95E4-B66C7DD3E922}">
          <p14:sldIdLst>
            <p14:sldId id="266"/>
            <p14:sldId id="267"/>
            <p14:sldId id="268"/>
            <p14:sldId id="269"/>
            <p14:sldId id="270"/>
            <p14:sldId id="27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864973" cy="64008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617838" cy="457200"/>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ROOM 1</a:t>
            </a:r>
          </a:p>
        </p:txBody>
      </p:sp>
      <p:sp>
        <p:nvSpPr>
          <p:cNvPr id="9" name="TextBox 8"/>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ROOM 2</a:t>
            </a:r>
          </a:p>
        </p:txBody>
      </p:sp>
      <p:sp>
        <p:nvSpPr>
          <p:cNvPr id="10" name="TextBox 9"/>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1" name="TextBox 10"/>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 &amp; networking</a:t>
            </a:r>
          </a:p>
        </p:txBody>
      </p:sp>
      <p:sp>
        <p:nvSpPr>
          <p:cNvPr id="12" name="TextBox 11"/>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3" name="TextBox 12"/>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4" name="TextBox 13"/>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Kernel Wars: Anti-Cheat Reversing, BYOVD &amp; Mitigations</a:t>
            </a:r>
          </a:p>
          <a:p>
            <a:pPr algn="l"/>
            <a:r>
              <a:rPr sz="900">
                <a:solidFill>
                  <a:srgbClr val="8888A0"/>
                </a:solidFill>
                <a:latin typeface="JetBrains Mono"/>
              </a:rPr>
              <a:t>Ravshan Rikhsiev</a:t>
            </a:r>
          </a:p>
        </p:txBody>
      </p:sp>
      <p:sp>
        <p:nvSpPr>
          <p:cNvPr id="15" name="TextBox 14"/>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16" name="TextBox 15"/>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17" name="TextBox 16"/>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18" name="TextBox 17"/>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19" name="TextBox 18"/>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0" name="TextBox 19"/>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1" name="TextBox 20"/>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2" name="TextBox 21"/>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Sooki-Toth</a:t>
            </a:r>
          </a:p>
        </p:txBody>
      </p:sp>
      <p:sp>
        <p:nvSpPr>
          <p:cNvPr id="23" name="TextBox 22"/>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4" name="TextBox 23"/>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When Documentation Creates Critical Misconfiguration</a:t>
            </a:r>
          </a:p>
          <a:p>
            <a:pPr algn="l"/>
            <a:r>
              <a:rPr sz="900">
                <a:solidFill>
                  <a:srgbClr val="8888A0"/>
                </a:solidFill>
                <a:latin typeface="JetBrains Mono"/>
              </a:rPr>
              <a:t>Martin Sohn Christensen</a:t>
            </a:r>
          </a:p>
        </p:txBody>
      </p:sp>
      <p:sp>
        <p:nvSpPr>
          <p:cNvPr id="25" name="TextBox 24"/>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Emerging Frontiers: Ransomware Attacks in AI Systems</a:t>
            </a:r>
          </a:p>
          <a:p>
            <a:pPr algn="l"/>
            <a:r>
              <a:rPr sz="900">
                <a:solidFill>
                  <a:srgbClr val="8888A0"/>
                </a:solidFill>
                <a:latin typeface="JetBrains Mono"/>
              </a:rPr>
              <a:t>Behnaz Karimi &amp; Yuvaraj Govindarajulu</a:t>
            </a:r>
          </a:p>
        </p:txBody>
      </p:sp>
      <p:sp>
        <p:nvSpPr>
          <p:cNvPr id="26" name="TextBox 25"/>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27" name="TextBox 26"/>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28" name="TextBox 27"/>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Nebula — 5 years, still kicking *aaS</a:t>
            </a:r>
          </a:p>
          <a:p>
            <a:pPr algn="l"/>
            <a:r>
              <a:rPr sz="900">
                <a:solidFill>
                  <a:srgbClr val="8888A0"/>
                </a:solidFill>
                <a:latin typeface="JetBrains Mono"/>
              </a:rPr>
              <a:t>Bleon Proko</a:t>
            </a:r>
          </a:p>
        </p:txBody>
      </p:sp>
      <p:sp>
        <p:nvSpPr>
          <p:cNvPr id="29" name="TextBox 28"/>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0" name="TextBox 29"/>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1" name="TextBox 30"/>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2" name="TextBox 31"/>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3" name="TextBox 32"/>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4" name="TextBox 33"/>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Truesec, OT Threat Analyst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Developer Advocate at Yubico</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Security Researcher @ SpecterOps</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Elastic, Principal Security Architect, Security Evangelist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TRUESEC, Vice President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Behnaz Karimi</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Co-Lead / Leader AI Red Teaming OWASP AI Exchange and Founder RAID-AI Framework</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Behnaz is an AI Security Researcher and the Founder/Creator of the RAID-AI Framework. She is also Co-Author, Co-Lead, and Leader of AI Red Teaming at OWASP AI Exchange, where she actively contributes to advancing security practices for AI systems.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linkedin.com/in/behnaz-karimi-behi  ·  substack.com/@behnazkarimi</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Aarhus University, Master's Student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Bleon Proko</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Cloud Security Researcher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Bleon is a Senior Security Researcher at Exaforce, passionate about Infrastructure Penetration Testing and Security across Active Directory, Cloud (AWS, Azure, GCP, Digital Ocean) and hybrid infrastructures, as well as defense, detection, and threat hunting. He has presented Cloud Penetration Testing and Security topics at conferences including Black Hat USA, Europe and Sector, DEF CON, SANS Pentest Hackfest Hollywood and Amsterdam, and several BSides events in the US and Europe.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linkedin.com/in/bleon-p-9b2734143  ·  blog.pepperclipp.com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Freelance Consultant at ApplSec Consult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SecOps Automation Lead @ Conscia MDR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Yuvaraj Govindarajulu</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AVP - Product Engineering &amp; Head of Research at Protectt.ai</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Yuvaraj Govindarajulu is a technical leader with over a decade of experience in AI, Cybersecurity and Embedded Systems R&amp;D. He is the AVP - Product Engineering &amp; Head of Research at Protectt.ai. He is the co-lead of the OWASP AI Bill of Materials Project and the Co-Author, Workstream lead (Harmonization) at the OWASP AI Exchange. With over 22+ International patents filed, his key areas of focus include AI Red Teaming, GenAI Guardrails, Ransomware Attacks on AI and AI supply chain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linkedin.com/in/yuvaraj-govindarajulu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